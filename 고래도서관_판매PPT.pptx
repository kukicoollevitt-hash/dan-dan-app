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0"/>
            </a:pPr>
            <a:r>
              <a:t>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고래도서관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"읽는 즐거움, 자라는 실력"</a:t>
            </a:r>
            <a:br/>
            <a:br/>
            <a:r>
              <a:t>초3 ~ 중2 대상 인터랙티브 독서 학습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📌 요즘 아이들, 책 읽기 어려워합니다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😟  유튜브, 게임에 익숙한 세대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😴  긴 글 읽기 집중력 부족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📖  독서 = 지루하다는 인식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🏫  학원에서 독서 프로그램 차별화 어려움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➡️  해결책이 필요합니다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💡 고래도서관이 답입니다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✅  게임처럼 재미있는 시즌제 스토리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✅  관문 퀴즈로 성취감 UP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✅  교과 연계로 학습 효과까지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✅  감상문 작성으로 글쓰기 능력 향상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"놀면서 읽고, 읽으면서 배운다"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📚 판타지 시리즈 4종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19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시리즈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테마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구성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🐋 푸른 고래섬의 비밀 모험단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바다 모험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3시즌 × 10화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🌿 깊은 정글의 잊힌 도시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정글 탐험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3시즌 × 10화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📚 살아 있는 신비의 도서관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마법 도서관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3시즌 × 10화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⏰ 시간도서관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시간 여행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3시즌 × 10화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📖 교과기반 창작도서 312종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190" y="16459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시즌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대상 학년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도서 수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총 화수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시즌1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초3-4학년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104종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1,040화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시즌2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초5-6학년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104종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1,040화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시즌3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중1-2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104종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1,040화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3단계 학습 시스템</a:t>
            </a:r>
          </a:p>
        </p:txBody>
      </p:sp>
      <p:sp>
        <p:nvSpPr>
          <p:cNvPr id="5" name="Oval 4"/>
          <p:cNvSpPr/>
          <p:nvPr/>
        </p:nvSpPr>
        <p:spPr>
          <a:xfrm>
            <a:off x="1874520" y="1828800"/>
            <a:ext cx="731520" cy="73152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20" y="1920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743200"/>
            <a:ext cx="20116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📖</a:t>
            </a:r>
            <a:br/>
            <a:r>
              <a:t>스토리 읽기</a:t>
            </a:r>
            <a:br/>
            <a:br/>
            <a:r>
              <a:t>10화 완독</a:t>
            </a:r>
            <a:br/>
            <a:r>
              <a:t>몰입 독서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3474720"/>
            <a:ext cx="1051560" cy="36576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1828800"/>
            <a:ext cx="731520" cy="73152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920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743200"/>
            <a:ext cx="20116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🎮</a:t>
            </a:r>
            <a:br/>
            <a:r>
              <a:t>관문 퀴즈</a:t>
            </a:r>
            <a:br/>
            <a:br/>
            <a:r>
              <a:t>이해도 확인</a:t>
            </a:r>
            <a:br/>
            <a:r>
              <a:t>성취감 부여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583680" y="3474720"/>
            <a:ext cx="1051560" cy="36576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1828800"/>
            <a:ext cx="731520" cy="73152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920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80" y="2743200"/>
            <a:ext cx="20116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✍️</a:t>
            </a:r>
            <a:br/>
            <a:r>
              <a:t>감상문 작성</a:t>
            </a:r>
            <a:br/>
            <a:br/>
            <a:r>
              <a:t>글쓰기 능력</a:t>
            </a:r>
            <a:br/>
            <a:r>
              <a:t>사고력 향상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🏆 시즌제로 성취감 극대화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시즌1 (10화)  →  🔓 관문퀴즈  →  시즌2 (10화)  →  🔓 관문퀴즈  →  시즌3 (10화)  →  🎉 완료!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🎮  다음 시즌 '해금' 시스템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🔥  게임처럼 도전 욕구 자극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📚  끝까지 읽게 만드는 구조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⚙️ 핵심 기능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190" y="1645920"/>
          <a:ext cx="10058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🔍 검색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도서/시리즈 빠른 검색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💾 자동저장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읽던 위치 자동 기억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📊 진행바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실시간 독서 진행도 표시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📄 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감상문 PDF 다운로드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📱 카톡공유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감상문 간편 공유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🎨 UI/UX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몰입형 애니메이션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📊 숫자로 보는 고래도서관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9800"/>
                </a:solidFill>
              </a:defRPr>
            </a:pPr>
            <a:r>
              <a:t>4종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판타지 시리즈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2860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9800"/>
                </a:solidFill>
              </a:defRPr>
            </a:pPr>
            <a:r>
              <a:t>312종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840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교과 창작도서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9800"/>
                </a:solidFill>
              </a:defRPr>
            </a:pPr>
            <a:r>
              <a:t>3,240화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840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총 콘텐츠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2860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9800"/>
                </a:solidFill>
              </a:defRPr>
            </a:pPr>
            <a:r>
              <a:t>6학년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8404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초3~중2 커버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👥 누구에게 좋은가요?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285F4"/>
                </a:solidFill>
              </a:defRPr>
            </a:pPr>
            <a:r>
              <a:t>👧 학생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게임처럼 재미있어요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관문 통과할 때 뿌듯해요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어디서든 읽을 수 있어요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친구들과 공유해요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474720" cy="4846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9800"/>
                </a:solidFill>
              </a:defRPr>
            </a:pPr>
            <a:r>
              <a:t>👩 학부모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학습 진행도 확인 가능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감상문 PDF 포트폴리오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교과 연계로 학교 공부 도움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안전한 콘텐츠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74720" cy="484632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🏫 학원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독서 프로그램 차별화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방대한 콘텐츠로 장기 운영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학부모 만족도 향상</a:t>
            </a:r>
          </a:p>
          <a:p>
            <a:pPr>
              <a:spcAft>
                <a:spcPts val="1000"/>
              </a:spcAft>
              <a:defRPr sz="1600">
                <a:solidFill>
                  <a:srgbClr val="323232"/>
                </a:solidFill>
              </a:defRPr>
            </a:pPr>
            <a:r>
              <a:t>• 신규 회원 유치 효과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🥇 왜 고래도서관인가?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190" y="1645920"/>
          <a:ext cx="10058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기존 독서 프로그램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고래도서관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콘텐츠 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적음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3,240화 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재미 요소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단순 텍스트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시즌제 + 관문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교과 연계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없거나 약함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312종 연계 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감상문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수기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PDF 자동생성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진행 관리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어려움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자동 추적 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학생 몰입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23232"/>
                          </a:solidFill>
                        </a:defRPr>
                      </a:pPr>
                      <a:r>
                        <a:t>게임형 구조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🚀 학습 흐름</a:t>
            </a:r>
          </a:p>
        </p:txBody>
      </p:sp>
      <p:sp>
        <p:nvSpPr>
          <p:cNvPr id="5" name="Oval 4"/>
          <p:cNvSpPr/>
          <p:nvPr/>
        </p:nvSpPr>
        <p:spPr>
          <a:xfrm>
            <a:off x="792480" y="1828800"/>
            <a:ext cx="731520" cy="73152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20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400" y="2743200"/>
            <a:ext cx="20116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84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🔐</a:t>
            </a:r>
            <a:br/>
            <a:r>
              <a:t>로그인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55520" y="3474720"/>
            <a:ext cx="-30480" cy="36576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56560" y="1828800"/>
            <a:ext cx="731520" cy="73152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6560" y="1920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16480" y="2743200"/>
            <a:ext cx="20116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792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📚</a:t>
            </a:r>
            <a:br/>
            <a:r>
              <a:t>시리즈 선택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19600" y="3474720"/>
            <a:ext cx="-30480" cy="36576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20640" y="1828800"/>
            <a:ext cx="731520" cy="73152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743200"/>
            <a:ext cx="20116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📖</a:t>
            </a:r>
            <a:br/>
            <a:r>
              <a:t>스토리 읽기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83680" y="3474720"/>
            <a:ext cx="-30480" cy="36576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84720" y="1828800"/>
            <a:ext cx="731520" cy="73152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4720" y="1920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4640" y="2743200"/>
            <a:ext cx="20116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608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🎮</a:t>
            </a:r>
            <a:br/>
            <a:r>
              <a:t>관문 퀴즈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47760" y="3474720"/>
            <a:ext cx="-30480" cy="36576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48800" y="1828800"/>
            <a:ext cx="731520" cy="731520"/>
          </a:xfrm>
          <a:prstGeom prst="ellipse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8800" y="1920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08720" y="2743200"/>
            <a:ext cx="201168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016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23232"/>
                </a:solidFill>
              </a:defRPr>
            </a:pPr>
            <a:r>
              <a:t>✍️</a:t>
            </a:r>
            <a:br/>
            <a:r>
              <a:t>감상문 작성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📈 기대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📚  독서량          ⬆️  3배 이상 증가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✍️  글쓰기 능력     ⬆️  감상문 습관화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🎯  집중력          ⬆️  시즌 완독률 UP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😊  만족도          ⬆️  재등록률 향상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"재미있으니까 스스로 읽습니다"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9144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/>
            </a:pPr>
            <a:r>
              <a:t>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고래도서관과 함께하세요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3,240화 콘텐츠  |  초3 ~ 중2 전 학년  |  교과 연계 + 판타지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754880"/>
            <a:ext cx="4876495" cy="10972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937760"/>
            <a:ext cx="4876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📞 도입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